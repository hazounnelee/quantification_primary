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크롭 (기본 50px)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  (--preprocess_width W)
기본 W=1024  →  1024 × 818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크롭  (스케일바 제거)
기본 round(W·100/2048)=50 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 (기본)
1024 × 768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 (default --preprocess_width 1024):  20k ×  →  74 px = 1 µm     |     50k ×  →  185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중복 제거: 중심 거리 &lt; 12 px  AND  방향각 차이 &lt; 25°  →  짧은 선분 제거 (긴 선분 우선 유지)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 +
자동 반전)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중복 제거
(dist&lt;12px, Δang&lt;25°)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
(7샘플 중앙값)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(--min_length, 선택: --fuse)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