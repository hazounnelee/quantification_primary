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100px 크롭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
2048 × 1636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100px 크롭
(스케일바 제거)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출력: 2048 × 1536
(고정 해상도)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기준:  20k × →  147 px = 1 µm     |     50k × →  371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중복 제거: 중심 거리 &lt; 12 px  AND  방향각 차이 &lt; 25°  →  짧은 선분 제거 (긴 선분 우선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 +
자동 반전)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중복 제거
(dist&lt;12px, Δang&lt;25°)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
(7샘플 중앙값)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(--min_length, 선택: --fuse)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입자(1차 전구체 구형체) 합성 시간에 따른 입자 크기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